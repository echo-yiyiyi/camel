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CAMEL-AI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the Scaling Laws of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CAMEL-AI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Open-source community</a:t>
            </a:r>
          </a:p>
          <a:p>
            <a:pPr/>
            <a:r>
              <a:t>Focus on multi-agent systems</a:t>
            </a:r>
          </a:p>
          <a:p>
            <a:pPr/>
            <a:r>
              <a:t>Task automation and world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" r="1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Data generation</a:t>
            </a:r>
          </a:p>
          <a:p>
            <a:pPr/>
            <a:r>
              <a:t>World simulation</a:t>
            </a:r>
          </a:p>
          <a:p>
            <a:pPr/>
            <a:r>
              <a:t>Task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and Collaboration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5019" b="2501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Join the community</a:t>
            </a:r>
          </a:p>
          <a:p>
            <a:pPr/>
            <a:r>
              <a:t>Collaborate on projects</a:t>
            </a:r>
          </a:p>
          <a:p>
            <a:pPr/>
            <a:r>
              <a:t>Access to resources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CAMEL-AI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13149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1131490">
                <a:tc>
                  <a:txBody>
                    <a:bodyPr/>
                    <a:lstStyle/>
                    <a:p>
                      <a:r>
                        <a:t>Data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Generates data for simulations</a:t>
                      </a:r>
                    </a:p>
                  </a:txBody>
                  <a:tcPr/>
                </a:tc>
              </a:tr>
              <a:tr h="1131490">
                <a:tc>
                  <a:txBody>
                    <a:bodyPr/>
                    <a:lstStyle/>
                    <a:p>
                      <a:r>
                        <a:t>World Simulator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Simulates complex environments</a:t>
                      </a:r>
                    </a:p>
                  </a:txBody>
                  <a:tcPr/>
                </a:tc>
              </a:tr>
              <a:tr h="1131493">
                <a:tc>
                  <a:txBody>
                    <a:bodyPr/>
                    <a:lstStyle/>
                    <a:p>
                      <a:r>
                        <a:t>Task Automator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Automates repetitive tasks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