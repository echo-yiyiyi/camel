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CAMEL-AI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Framework for AI Development and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CAMEL-AI?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framework for developing and deploying AI models.</a:t>
            </a:r>
          </a:p>
          <a:p>
            <a:pPr/>
            <a:r>
              <a:t>Focuses on structured approaches to building AI applications.</a:t>
            </a:r>
          </a:p>
          <a:p>
            <a:pPr/>
            <a:r>
              <a:t>Emphasizes modularity, scalability, and ease of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CAMEL-AI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019" b="250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Data preprocessing tools</a:t>
            </a:r>
          </a:p>
          <a:p>
            <a:pPr/>
            <a:r>
              <a:t>Model training capabilities</a:t>
            </a:r>
          </a:p>
          <a:p>
            <a:pPr/>
            <a:r>
              <a:t>Evaluation metrics and tools</a:t>
            </a:r>
          </a:p>
          <a:p>
            <a:pPr/>
            <a:r>
              <a:t>Deployment options for AI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CAMEL-AI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32" r="553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Streamlined AI development process</a:t>
            </a:r>
          </a:p>
          <a:p>
            <a:pPr/>
            <a:r>
              <a:t>Improved collaboration among teams</a:t>
            </a:r>
          </a:p>
          <a:p>
            <a:pPr/>
            <a:r>
              <a:t>Flexibility to integrate with existing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019" b="250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Enterprise AI solutions</a:t>
            </a:r>
          </a:p>
          <a:p>
            <a:pPr/>
            <a:r>
              <a:t>Research and development in AI</a:t>
            </a:r>
          </a:p>
          <a:p>
            <a:pPr/>
            <a:r>
              <a:t>Integration with IoT and big data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