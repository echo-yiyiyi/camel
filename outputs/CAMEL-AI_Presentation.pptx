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CAMEL-AI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Building Multi-Agent Systems for Task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CAMEL-AI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Open-source community</a:t>
            </a:r>
          </a:p>
          <a:p>
            <a:pPr/>
            <a:r>
              <a:t>Focus on scaling laws of agents</a:t>
            </a:r>
          </a:p>
          <a:p>
            <a:pPr/>
            <a:r>
              <a:t>Applications in data generation, world simulation, and task automation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Multi-agent systems</a:t>
            </a:r>
          </a:p>
          <a:p>
            <a:pPr/>
            <a:r>
              <a:t>Task automation</a:t>
            </a:r>
          </a:p>
          <a:p>
            <a:pPr/>
            <a:r>
              <a:t>Community-driven development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Community and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Join the community on Discord</a:t>
            </a:r>
          </a:p>
          <a:p>
            <a:pPr/>
            <a:r>
              <a:t>Collaborate on GitHub</a:t>
            </a:r>
          </a:p>
          <a:p>
            <a:pPr/>
            <a:r>
              <a:t>Participate in research and development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 and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113149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Description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Source code and documentation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Discord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Community discussions and support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MCP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Research and development hub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