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CAMEL-AI Overview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Comprehensive Look at Features, Applications, and Community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Features of CAMEL-AI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Open-source community for multi-agent systems</a:t>
            </a:r>
          </a:p>
          <a:p>
            <a:pPr/>
            <a:r>
              <a:t>Focus on task automation, data generation, and world simulation</a:t>
            </a:r>
          </a:p>
          <a:p>
            <a:pPr/>
            <a:r>
              <a:t>Aims to find the scaling laws of agents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Applications of CAMEL-AI</a:t>
            </a:r>
          </a:p>
        </p:txBody>
      </p:sp>
      <p:pic>
        <p:nvPicPr>
          <p:cNvPr id="3" name="Picture Placeholder 2" descr="image.jp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5532" r="5532"/>
          <a:stretch>
            <a:fillRect/>
          </a:stretch>
        </p:blipFill>
        <p:spPr/>
      </p:pic>
      <p:sp>
        <p:nvSpPr>
          <p:cNvPr id="4" name="Text Placeholder 3"/>
          <p:cNvSpPr>
            <a:spLocks noGrp="1"/>
          </p:cNvSpPr>
          <p:nvPr>
            <p:ph type="body" idx="2" sz="half"/>
          </p:nvPr>
        </p:nvSpPr>
        <p:spPr/>
        <p:txBody>
          <a:bodyPr/>
          <a:lstStyle/>
          <a:p>
            <a:pPr/>
            <a:r>
              <a:t>Development of AI agents and multi-agent systems</a:t>
            </a:r>
          </a:p>
          <a:p>
            <a:pPr/>
            <a:r>
              <a:t>Applications in natural language processing</a:t>
            </a:r>
          </a:p>
          <a:p>
            <a:pPr/>
            <a:r>
              <a:t>Deep learning and cooperative AI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Community and Resources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Strong community presence on GitHub</a:t>
            </a:r>
          </a:p>
          <a:p>
            <a:pPr/>
            <a:r>
              <a:t>Collaboration and support through Discord server</a:t>
            </a:r>
          </a:p>
          <a:p>
            <a:pPr/>
            <a:r>
              <a:t>Extensive documentation and resources available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Impact of CAMEL-AI</a:t>
            </a:r>
          </a:p>
        </p:txBody>
      </p:sp>
      <p:pic>
        <p:nvPicPr>
          <p:cNvPr id="3" name="Picture Placeholder 2" descr="image.jp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12482" r="12482"/>
          <a:stretch>
            <a:fillRect/>
          </a:stretch>
        </p:blipFill>
        <p:spPr/>
      </p:pic>
      <p:sp>
        <p:nvSpPr>
          <p:cNvPr id="4" name="Text Placeholder 3"/>
          <p:cNvSpPr>
            <a:spLocks noGrp="1"/>
          </p:cNvSpPr>
          <p:nvPr>
            <p:ph type="body" idx="2" sz="half"/>
          </p:nvPr>
        </p:nvSpPr>
        <p:spPr/>
        <p:txBody>
          <a:bodyPr/>
          <a:lstStyle/>
          <a:p>
            <a:pPr/>
            <a:r>
              <a:t>Contributions to multi-agent frameworks</a:t>
            </a:r>
          </a:p>
          <a:p>
            <a:pPr/>
            <a:r>
              <a:t>Advancements in AI societies</a:t>
            </a:r>
          </a:p>
          <a:p>
            <a:pPr/>
            <a:r>
              <a:t>Recognition in the AI development community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