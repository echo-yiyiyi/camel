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CAMEL-AI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Building Multi-Agent Systems for Task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Framework</a:t>
            </a:r>
          </a:p>
        </p:txBody>
      </p:sp>
      <p:pic>
        <p:nvPicPr>
          <p:cNvPr id="3" name="Picture Placeholder 2" descr="image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2482" r="1248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Open-source community for AI agent builders</a:t>
            </a:r>
          </a:p>
          <a:p>
            <a:pPr/>
            <a:r>
              <a:t>Focus on multi-agent systems for task automation, data generation, and world simulation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Tools and resources for developing AI agents</a:t>
            </a:r>
          </a:p>
          <a:p>
            <a:pPr/>
            <a:r>
              <a:t>Emphasis on collaboration and knowledge sharing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Community</a:t>
            </a:r>
          </a:p>
        </p:txBody>
      </p:sp>
      <p:pic>
        <p:nvPicPr>
          <p:cNvPr id="3" name="Picture Placeholder 2" descr="image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5019" b="25019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Vibrant community on GitHub and Discord</a:t>
            </a:r>
          </a:p>
          <a:p>
            <a:pPr/>
            <a:r>
              <a:t>Encourages contributions and discussions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pic>
        <p:nvPicPr>
          <p:cNvPr id="3" name="Picture Placeholder 2" descr="image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5532" r="553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Designed for task automation and simulation</a:t>
            </a:r>
          </a:p>
          <a:p>
            <a:pPr/>
            <a:r>
              <a:t>Versatile for different AI-driven projects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