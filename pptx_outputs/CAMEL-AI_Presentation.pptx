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CAMEL-AI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Purpose, Features, Community, and Impact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CAMEL-AI is a framework for multi-agent collaboration.</a:t>
            </a:r>
          </a:p>
          <a:p>
            <a:pPr/>
            <a:r>
              <a:t>Designed for real-world task automation across various domains.</a:t>
            </a:r>
          </a:p>
          <a:p>
            <a:pPr/>
            <a:r>
              <a:t>Connected to the OWL project (Optimized Workforce Learning).</a:t>
            </a:r>
          </a:p>
          <a:p>
            <a:pPr/>
            <a:r>
              <a:t>Aims to revolutionize AI agent collaboration to enable robust task automation.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Built on a multi-agent system architecture.</a:t>
            </a:r>
          </a:p>
          <a:p>
            <a:pPr/>
            <a:r>
              <a:t>Supports Actor Agents and Tools Pool for diverse capabilities.</a:t>
            </a:r>
          </a:p>
          <a:p>
            <a:pPr/>
            <a:r>
              <a:t>Enables scalable and efficient task automation.</a:t>
            </a:r>
          </a:p>
          <a:p>
            <a:pPr/>
            <a:r>
              <a:t>Open-source with active development and benchmark achievements.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Optimized Workforce Learning (OWL) framework built on CAMEL-AI.</a:t>
            </a:r>
          </a:p>
          <a:p>
            <a:pPr/>
            <a:r>
              <a:t>Real-world multi-agent task automation solutions.</a:t>
            </a:r>
          </a:p>
          <a:p>
            <a:pPr/>
            <a:r>
              <a:t>Use in various domains requiring coordination among AI agents.</a:t>
            </a:r>
          </a:p>
          <a:p>
            <a:pPr/>
            <a:r>
              <a:t>Benchmarking leadership in multi-agent task automation.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Community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Active open-source community on GitHub.</a:t>
            </a:r>
          </a:p>
          <a:p>
            <a:pPr/>
            <a:r>
              <a:t>Contributions from developers worldwide.</a:t>
            </a:r>
          </a:p>
          <a:p>
            <a:pPr/>
            <a:r>
              <a:t>Engagement through issues, pull requests, and discussions.</a:t>
            </a:r>
          </a:p>
          <a:p>
            <a:pPr/>
            <a:r>
              <a:t>Continuous updates and collaborative improvements.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Outlook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Further advancements in multi-agent collaboration techniques.</a:t>
            </a:r>
          </a:p>
          <a:p>
            <a:pPr/>
            <a:r>
              <a:t>Expansion of real-world applications and integrations.</a:t>
            </a:r>
          </a:p>
          <a:p>
            <a:pPr/>
            <a:r>
              <a:t>Enhancement in AI task automation robustness and scalability.</a:t>
            </a:r>
          </a:p>
          <a:p>
            <a:pPr/>
            <a:r>
              <a:t>Growing community and ecosystem support.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