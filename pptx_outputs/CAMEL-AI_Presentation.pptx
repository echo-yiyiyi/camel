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CAMEL-AI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 open-source community for AI and multi-agent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CAMEL-AI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Open-source community focused on scaling laws of agents</a:t>
            </a:r>
          </a:p>
          <a:p>
            <a:pPr/>
            <a:r>
              <a:t>Supports data generation, world simulation, and task automation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GitHub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Title: 🐫 CAMEL: The first and the best multi-agent framework</a:t>
            </a:r>
          </a:p>
          <a:p>
            <a:pPr/>
            <a:r>
              <a:t>Active development with multiple branches and commits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Supports natural language processing, deep learning, and AI</a:t>
            </a:r>
          </a:p>
          <a:p>
            <a:pPr/>
            <a:r>
              <a:t>Facilitates study of AI societies, cooperative and communicative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 and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Official website: camel-ai.org</a:t>
            </a:r>
          </a:p>
          <a:p>
            <a:pPr/>
            <a:r>
              <a:t>Documentation: docs.camel-ai.org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Community and Contributions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Encourages community involvement and contributions</a:t>
            </a:r>
          </a:p>
          <a:p>
            <a:pPr/>
            <a:r>
              <a:t>Licensed under Apache-2.0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