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CAMEL-AI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Exploring the Framework, Features, Community,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Open-source community for multi-agent systems.</a:t>
            </a:r>
          </a:p>
          <a:p>
            <a:pPr/>
            <a:r>
              <a:t>Focus on task automation, data generation, and world simulation.</a:t>
            </a:r>
          </a:p>
          <a:p>
            <a:pPr/>
            <a:r>
              <a:t>Similar to HuggingFace for AI agent builders.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Eigent: Multi-agent workforce platform.</a:t>
            </a:r>
          </a:p>
          <a:p>
            <a:pPr/>
            <a:r>
              <a:t>OWL: Optimized Workforce Learning.</a:t>
            </a:r>
          </a:p>
          <a:p>
            <a:pPr/>
            <a:r>
              <a:t>OASIS: Social interaction simulations.</a:t>
            </a:r>
          </a:p>
          <a:p>
            <a:pPr/>
            <a:r>
              <a:t>CRAB: Cross-environment agent benchmark.</a:t>
            </a:r>
          </a:p>
          <a:p>
            <a:pPr/>
            <a:r>
              <a:t>LOONG: Synthesize long chains of thought.</a:t>
            </a:r>
          </a:p>
          <a:p>
            <a:pPr/>
            <a:r>
              <a:t>Agent Trust: Simulate human trust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HuggingFace-like community for AI agent builders.</a:t>
            </a:r>
          </a:p>
          <a:p>
            <a:pPr/>
            <a:r>
              <a:t>Community Hub for engagement.</a:t>
            </a:r>
          </a:p>
          <a:p>
            <a:pPr/>
            <a:r>
              <a:t>Ambassador program.</a:t>
            </a:r>
          </a:p>
          <a:p>
            <a:pPr/>
            <a:r>
              <a:t>Career opportunities.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Task automation.</a:t>
            </a:r>
          </a:p>
          <a:p>
            <a:pPr/>
            <a:r>
              <a:t>Data generation.</a:t>
            </a:r>
          </a:p>
          <a:p>
            <a:pPr/>
            <a:r>
              <a:t>World simulation.</a:t>
            </a:r>
          </a:p>
          <a:p>
            <a:pPr/>
            <a:r>
              <a:t>Development of AI agents for complex tasks.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