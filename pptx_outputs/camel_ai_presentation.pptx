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CAMEL-AI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Collaborative Agents for Multi-Agent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CAMEL-AI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Multi-agent system</a:t>
            </a:r>
            <a:r>
              <a:t> enabling collaboration and communication</a:t>
            </a:r>
          </a:p>
          <a:p>
            <a:pPr/>
            <a:r>
              <a:rPr b="1"/>
              <a:t>Scalability and flexibility</a:t>
            </a:r>
            <a:r>
              <a:t> for various agent types</a:t>
            </a:r>
          </a:p>
          <a:p>
            <a:pPr/>
            <a:r>
              <a:rPr b="1"/>
              <a:t>Incorporates machine learning</a:t>
            </a:r>
            <a:r>
              <a:t> for agent improvement</a:t>
            </a:r>
          </a:p>
          <a:p>
            <a:pPr/>
            <a:r>
              <a:rPr b="1"/>
              <a:t>Applications</a:t>
            </a:r>
            <a:r>
              <a:t> in autonomous vehicles, smart cities, resource management, and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CAMEL-AI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 Autonomous Vehicles</a:t>
            </a:r>
          </a:p>
          <a:p>
            <a:pPr/>
            <a:r>
              <a:t>* Smart Cities</a:t>
            </a:r>
          </a:p>
          <a:p>
            <a:pPr/>
            <a:r>
              <a:t>* Resource Management</a:t>
            </a:r>
          </a:p>
          <a:p>
            <a:pPr/>
            <a:r>
              <a:t>* Healthcare</a:t>
            </a:r>
          </a:p>
          <a:p>
            <a:pPr/>
            <a:r>
              <a:t>* Environmental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Process of Agent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64007" y="3429000"/>
            <a:ext cx="2276856" cy="13716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/>
              <a:t>Step 1:</a:t>
            </a:r>
            <a:r>
              <a:rPr sz="1400"/>
              <a:t> Initialize agents in the environment</a:t>
            </a:r>
          </a:p>
        </p:txBody>
      </p:sp>
      <p:sp>
        <p:nvSpPr>
          <p:cNvPr id="5" name="Chevron 4"/>
          <p:cNvSpPr/>
          <p:nvPr/>
        </p:nvSpPr>
        <p:spPr>
          <a:xfrm>
            <a:off x="1975103" y="3429000"/>
            <a:ext cx="2276856" cy="13716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/>
              <a:t>Step 2:</a:t>
            </a:r>
            <a:r>
              <a:rPr sz="1400"/>
              <a:t> Agents communicate their goals</a:t>
            </a:r>
          </a:p>
        </p:txBody>
      </p:sp>
      <p:sp>
        <p:nvSpPr>
          <p:cNvPr id="6" name="Chevron 5"/>
          <p:cNvSpPr/>
          <p:nvPr/>
        </p:nvSpPr>
        <p:spPr>
          <a:xfrm>
            <a:off x="3886199" y="3429000"/>
            <a:ext cx="2276856" cy="13716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/>
              <a:t>Step 3:</a:t>
            </a:r>
            <a:r>
              <a:rPr sz="1400"/>
              <a:t> Collaborate to achieve common objectives</a:t>
            </a:r>
          </a:p>
        </p:txBody>
      </p:sp>
      <p:sp>
        <p:nvSpPr>
          <p:cNvPr id="7" name="Chevron 6"/>
          <p:cNvSpPr/>
          <p:nvPr/>
        </p:nvSpPr>
        <p:spPr>
          <a:xfrm>
            <a:off x="5797295" y="3429000"/>
            <a:ext cx="2276856" cy="13716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/>
              <a:t>Step 4:</a:t>
            </a:r>
            <a:r>
              <a:rPr sz="1400"/>
              <a:t> Learn from interactions to improve future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Agent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13149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Agent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Use Cases</a:t>
                      </a:r>
                    </a:p>
                  </a:txBody>
                  <a:tcPr/>
                </a:tc>
              </a:tr>
              <a:tr h="1131490">
                <a:tc>
                  <a:txBody>
                    <a:bodyPr/>
                    <a:lstStyle/>
                    <a:p>
                      <a:r>
                        <a:t>Reactive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Simple, respond to stimuli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Robotics, basic automation</a:t>
                      </a:r>
                    </a:p>
                  </a:txBody>
                  <a:tcPr/>
                </a:tc>
              </a:tr>
              <a:tr h="1131490">
                <a:tc>
                  <a:txBody>
                    <a:bodyPr/>
                    <a:lstStyle/>
                    <a:p>
                      <a:r>
                        <a:t>Deliberative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 and 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decision-making</a:t>
                      </a:r>
                    </a:p>
                  </a:txBody>
                  <a:tcPr/>
                </a:tc>
              </a:tr>
              <a:tr h="1131493">
                <a:tc>
                  <a:txBody>
                    <a:bodyPr/>
                    <a:lstStyle/>
                    <a:p>
                      <a:r>
                        <a:t>Learning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Adapt and improve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Dynamic environments, AI applications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